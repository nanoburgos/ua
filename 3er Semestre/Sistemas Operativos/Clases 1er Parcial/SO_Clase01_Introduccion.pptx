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52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16F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 · SISTEMAS OPERATIVOS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la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asignatura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· Presentación, plan de estudio y primeros conceptos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349240"/>
            <a:ext cx="3291840" cy="0"/>
          </a:xfrm>
          <a:prstGeom prst="line">
            <a:avLst/>
          </a:prstGeom>
          <a:noFill/>
          <a:ln w="12700">
            <a:solidFill>
              <a:srgbClr val="3C4A93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Juan José Avalos Palacio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Informático · Docente de la asignatura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5120640"/>
          </a:xfrm>
          <a:prstGeom prst="ellipse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Shape 3"/>
          <p:cNvSpPr/>
          <p:nvPr/>
        </p:nvSpPr>
        <p:spPr>
          <a:xfrm>
            <a:off x="1371600" y="26974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6" name="Text 4"/>
          <p:cNvSpPr/>
          <p:nvPr/>
        </p:nvSpPr>
        <p:spPr>
          <a:xfrm>
            <a:off x="1371600" y="26974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JJ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0350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8" name="Text 6"/>
          <p:cNvSpPr/>
          <p:nvPr/>
        </p:nvSpPr>
        <p:spPr>
          <a:xfrm>
            <a:off x="60350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235000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Informático, con formación complementaria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auditoria y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infraestructura.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2" name="Text 10"/>
          <p:cNvSpPr/>
          <p:nvPr/>
        </p:nvSpPr>
        <p:spPr>
          <a:xfrm>
            <a:off x="60350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3337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76732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una década de experiencia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trabajando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infraestructura de servidores, redes y sistemas en producción.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4800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6" name="Text 14"/>
          <p:cNvSpPr/>
          <p:nvPr/>
        </p:nvSpPr>
        <p:spPr>
          <a:xfrm>
            <a:off x="603504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materia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518464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es la base para entender cómo funciona todo lo que programamos y administramos después.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LA ASIGNATURA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Sistemas Operativos?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725912" cy="41148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10139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formación de Aplicaciones de Informática. Desarrolla las orientaciones básicas para el análisis, comprensión y utilización de los sistemas de cómputo modernos: es </a:t>
            </a:r>
            <a:r>
              <a:rPr lang="en-US" sz="15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 que administra el hardware y hace posible la comunicación entre ambos.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GENERALES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vas a poder hacer al terminar la materia?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73736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46888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68880" y="2880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principios de diseño utilizados en los sistemas operativos modernos.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10881360" cy="173736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46888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4937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computación para el diseño e implementación de los subsistemas que forman parte de un sistema operativo.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CONTENIDOS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 de la materia: 5 unidades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48840" cy="3566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194560"/>
            <a:ext cx="2148840" cy="329184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2926080" y="24231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017520" y="32918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2194560"/>
            <a:ext cx="2148840" cy="329184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3" name="Text 11"/>
          <p:cNvSpPr/>
          <p:nvPr/>
        </p:nvSpPr>
        <p:spPr>
          <a:xfrm>
            <a:off x="5212080" y="24231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303520" y="32918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2194560"/>
            <a:ext cx="2148840" cy="329184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7" name="Text 15"/>
          <p:cNvSpPr/>
          <p:nvPr/>
        </p:nvSpPr>
        <p:spPr>
          <a:xfrm>
            <a:off x="7498080" y="24231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589520" y="32918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84080" y="2194560"/>
            <a:ext cx="2148840" cy="329184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21" name="Text 19"/>
          <p:cNvSpPr/>
          <p:nvPr/>
        </p:nvSpPr>
        <p:spPr>
          <a:xfrm>
            <a:off x="9784080" y="24231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875520" y="32918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E/S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Arrancamos por acá, la próxima clase 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evalúa la materia?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aplican las normativas del Reglamento Académico de la institución.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534924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evalúan las tareas realizadas por el estudiante a lo largo de cada unidad.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3657600"/>
            <a:ext cx="534924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0" name="Text 8"/>
          <p:cNvSpPr/>
          <p:nvPr/>
        </p:nvSpPr>
        <p:spPr>
          <a:xfrm>
            <a:off x="649224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atendiendo a los objetivos de aprendizaje planteados en cada unidad.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LA CÁTEDRA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Stallings, W. (1997). Sistemas Operativos. Madrid: Prentice Hall.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Carretero, J. y otros (2001). Sistemas Operativos. Una visión aplicada. Madrid: McGraw Hill.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A. y Galvin, P. (1998). Operating Systems Concepts. Massachusetts: Addison Wesley.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Tanenbaum, A. (1995). Distributed Operating Systems. Prentice Hall.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Tanenbaum, A. (2006). Sistemas Operativos Modernos. México: Pearson.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11064240" cy="118872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Material de cátedra propio (4 módulos) organizado por unidad, disponible desde el día de hoy.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4316F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teoría, pensemos juntos: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es, en realidad,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Operativo?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Encendé tu teléfono, tu compu o tu consola: lo primero que aparece — antes que cualquier aplicación — es él.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CONCEPTOS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operativo como interfaz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programa que controla otros programas y funciona como interfaz entre el usuario y el hardware de la computadora. Debe ser eficaz, agradable de usar y capaz de evolucionar.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896112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6" name="Text 4"/>
          <p:cNvSpPr/>
          <p:nvPr/>
        </p:nvSpPr>
        <p:spPr>
          <a:xfrm>
            <a:off x="91440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 usuario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bancario · Reservas de vuelos · Navegador 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593592"/>
            <a:ext cx="10881360" cy="89611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 sistema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050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Compiladores · Editores · Intérprete de comandos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81144"/>
            <a:ext cx="10881360" cy="8961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2" name="Text 10"/>
          <p:cNvSpPr/>
          <p:nvPr/>
        </p:nvSpPr>
        <p:spPr>
          <a:xfrm>
            <a:off x="914400" y="4690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0383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administra procesador, memoria y dispositivos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568696"/>
            <a:ext cx="10881360" cy="896112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5" name="Text 13"/>
          <p:cNvSpPr/>
          <p:nvPr/>
        </p:nvSpPr>
        <p:spPr>
          <a:xfrm>
            <a:off x="914400" y="56784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60258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cableado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mouse,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impresoras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servicios presta un Sistema Operativo?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1887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Shape 3"/>
          <p:cNvSpPr/>
          <p:nvPr/>
        </p:nvSpPr>
        <p:spPr>
          <a:xfrm>
            <a:off x="914400" y="2359152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ejecutar programas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257800" cy="11887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Shape 7"/>
          <p:cNvSpPr/>
          <p:nvPr/>
        </p:nvSpPr>
        <p:spPr>
          <a:xfrm>
            <a:off x="6537960" y="2359152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0" name="Text 8"/>
          <p:cNvSpPr/>
          <p:nvPr/>
        </p:nvSpPr>
        <p:spPr>
          <a:xfrm>
            <a:off x="653796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dispositivos de entrada / salida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257800" cy="11887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4" name="Text 12"/>
          <p:cNvSpPr/>
          <p:nvPr/>
        </p:nvSpPr>
        <p:spPr>
          <a:xfrm>
            <a:off x="91440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429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archivos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1887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7" name="Shape 15"/>
          <p:cNvSpPr/>
          <p:nvPr/>
        </p:nvSpPr>
        <p:spPr>
          <a:xfrm>
            <a:off x="6537960" y="3776472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8" name="Text 16"/>
          <p:cNvSpPr/>
          <p:nvPr/>
        </p:nvSpPr>
        <p:spPr>
          <a:xfrm>
            <a:off x="653796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3429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resolver errores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5257800" cy="11887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21" name="Shape 19"/>
          <p:cNvSpPr/>
          <p:nvPr/>
        </p:nvSpPr>
        <p:spPr>
          <a:xfrm>
            <a:off x="914400" y="5193792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22" name="Text 20"/>
          <p:cNvSpPr/>
          <p:nvPr/>
        </p:nvSpPr>
        <p:spPr>
          <a:xfrm>
            <a:off x="91440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8463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acceso al sistema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5257800" cy="11887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25" name="Shape 23"/>
          <p:cNvSpPr/>
          <p:nvPr/>
        </p:nvSpPr>
        <p:spPr>
          <a:xfrm>
            <a:off x="6537960" y="5193792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26" name="Text 24"/>
          <p:cNvSpPr/>
          <p:nvPr/>
        </p:nvSpPr>
        <p:spPr>
          <a:xfrm>
            <a:off x="653796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48463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contabilidad de uso y rendimiento de recursos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POCO DE HISTORIA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evolucionan los sistemas operativos?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77724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servicios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783080"/>
            <a:ext cx="3520440" cy="77724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7" name="Text 5"/>
          <p:cNvSpPr/>
          <p:nvPr/>
        </p:nvSpPr>
        <p:spPr>
          <a:xfrm>
            <a:off x="4343400" y="17830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errores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1783080"/>
            <a:ext cx="3520440" cy="777240"/>
          </a:xfrm>
          <a:prstGeom prst="rect">
            <a:avLst/>
          </a:prstGeom>
          <a:solidFill>
            <a:srgbClr val="232E6E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8046720" y="17830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hardware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logros más significativos: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memoria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41655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resguardo de información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1947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gestión de recursos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2239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20" name="Text 18"/>
          <p:cNvSpPr/>
          <p:nvPr/>
        </p:nvSpPr>
        <p:spPr>
          <a:xfrm>
            <a:off x="914400" y="5349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HOY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viene: Unidad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743200"/>
          </a:xfrm>
          <a:prstGeom prst="rect">
            <a:avLst/>
          </a:prstGeom>
          <a:solidFill>
            <a:srgbClr val="F2F4FB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los sistemas informáticos y seguridad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básicos: registros del procesador, ejecución de instrucciones</a:t>
            </a:r>
            <a:endParaRPr lang="en-US" sz="14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Interrupciones y jerarquía de la memoria (incluye memoria caché)</a:t>
            </a:r>
            <a:endParaRPr lang="en-US" sz="14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comunicación de entrada / salida</a:t>
            </a:r>
            <a:endParaRPr lang="en-US" sz="14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protección y seguridad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para la próxima clase: leer el material de Módulo I (secciones de elementos básicos y registros).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24316F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· Clase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717</Words>
  <Application>Microsoft Office PowerPoint</Application>
  <PresentationFormat>Panorámica</PresentationFormat>
  <Paragraphs>135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Jose Avalos Palacio</cp:lastModifiedBy>
  <cp:revision>2</cp:revision>
  <dcterms:created xsi:type="dcterms:W3CDTF">2026-08-11T18:22:57Z</dcterms:created>
  <dcterms:modified xsi:type="dcterms:W3CDTF">2026-08-11T19:38:06Z</dcterms:modified>
</cp:coreProperties>
</file>